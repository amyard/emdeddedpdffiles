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EDDCC-78E7-6E3F-FE92-DBDA5EFB6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1FEFA-5961-2E6E-C8B6-BE92A42E9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B5E6B-CF8E-5465-21E1-39555F277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2DACF-C28A-48E3-839E-110F36EF53B2}" type="datetimeFigureOut">
              <a:rPr lang="en-GB" smtClean="0"/>
              <a:t>17/05/2024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2DB21-8986-3971-3B7A-DF41AD7F2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0003C-38B9-9946-7C97-BF16A34BC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F0AAA-55B0-4EC4-B6C3-08553C9991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5651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700F7-2062-B381-477E-462CC7A04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0B555-965F-6693-EEF5-47FEF45B4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A1A08-82E3-45E0-873A-BF2E40A9B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2DACF-C28A-48E3-839E-110F36EF53B2}" type="datetimeFigureOut">
              <a:rPr lang="en-GB" smtClean="0"/>
              <a:t>17/05/2024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06783-F622-740C-AC05-D4B40BF1B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31FC7-D899-596E-66A8-E991E38D3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F0AAA-55B0-4EC4-B6C3-08553C9991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0409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7B160-6D5D-4A4E-D53A-40D6A5D3A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C8CDE-5243-0C5B-46DD-0E57B24FC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1D0E4-DF99-36A6-EB25-87817DF5F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2DACF-C28A-48E3-839E-110F36EF53B2}" type="datetimeFigureOut">
              <a:rPr lang="en-GB" smtClean="0"/>
              <a:t>17/05/2024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803D8-870D-110C-CC77-E64C54F1A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707E4-8093-D16E-F6F6-8BF2F41C4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F0AAA-55B0-4EC4-B6C3-08553C9991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895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AAC2-7B7D-4563-67CB-ABB36727D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34424-72C6-DF9C-D48A-EDB5D6E1F8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D34480-833A-C57A-C6FB-15955E1DB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75E3F-4B60-C39F-37B5-A54F8D5E9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2DACF-C28A-48E3-839E-110F36EF53B2}" type="datetimeFigureOut">
              <a:rPr lang="en-GB" smtClean="0"/>
              <a:t>17/05/2024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28BA2-3FFB-6532-B2A1-406EBEF16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F17B2-498E-C625-20B0-A49BDCA8D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F0AAA-55B0-4EC4-B6C3-08553C9991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278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9F5C7-BDA4-8B60-228C-77F3ABD9A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EF1EE-E772-7927-9291-9191C47A9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9BBE84-0962-7CE9-9162-EAFC2A0AB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D7470A-6A27-8F44-A129-208D53DA2C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63A3EE-4A13-0BC3-B6F0-65F18A0A43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DD6C8D-0B12-922D-A705-E584E3AB9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2DACF-C28A-48E3-839E-110F36EF53B2}" type="datetimeFigureOut">
              <a:rPr lang="en-GB" smtClean="0"/>
              <a:t>17/05/2024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DCB2BD-1888-746A-31AE-40F0B298E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811204-5E9C-118A-D40F-DECBA41CC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F0AAA-55B0-4EC4-B6C3-08553C9991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127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C9F7B-4DAE-E859-BB1B-1A70995C7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50CDEE-0A76-3F29-43E2-7D370725E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2DACF-C28A-48E3-839E-110F36EF53B2}" type="datetimeFigureOut">
              <a:rPr lang="en-GB" smtClean="0"/>
              <a:t>17/05/2024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3C943-A58B-DE43-19ED-565D0D179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43AAF-B632-9BB2-DEEB-A0436E923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F0AAA-55B0-4EC4-B6C3-08553C9991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2453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DD5F9D-5B6C-CC46-C5D3-B8CA84229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2DACF-C28A-48E3-839E-110F36EF53B2}" type="datetimeFigureOut">
              <a:rPr lang="en-GB" smtClean="0"/>
              <a:t>17/05/2024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FEBD03-7282-8F33-7121-B4A3B31BD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EA95A-16AA-3155-D56D-0C0FB530F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F0AAA-55B0-4EC4-B6C3-08553C9991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3820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A2705-9070-4236-99BB-2E2C2D27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96B62-4C99-DD75-A93C-FC381F278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534FCF-4053-A821-6EDF-ABF4284FF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2E8B3-903C-B194-CEE8-88BD0717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2DACF-C28A-48E3-839E-110F36EF53B2}" type="datetimeFigureOut">
              <a:rPr lang="en-GB" smtClean="0"/>
              <a:t>17/05/2024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6AC71-6DC1-0958-925E-F0CBD0788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40560-3B49-C5D1-B663-200BEA3A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F0AAA-55B0-4EC4-B6C3-08553C9991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099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F3494-3926-1E82-5096-7ACA98140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A10E92-9B32-90F2-9445-D7B0137639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707515-912F-286A-0F4F-1286556B6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F8101-8B83-E497-260A-7CCD5CEE1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2DACF-C28A-48E3-839E-110F36EF53B2}" type="datetimeFigureOut">
              <a:rPr lang="en-GB" smtClean="0"/>
              <a:t>17/05/2024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A6453-94A7-6869-48AB-5B5AAB734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A240C-9883-323D-6261-42686A92B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F0AAA-55B0-4EC4-B6C3-08553C9991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1327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2A7DB-F2E5-180E-6DA9-F7D6C064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4C64B-A9DC-2512-7D4A-10053E844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6EF37-8D18-2F6B-1B7D-048054F49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2DACF-C28A-48E3-839E-110F36EF53B2}" type="datetimeFigureOut">
              <a:rPr lang="en-GB" smtClean="0"/>
              <a:t>17/05/2024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F9164-923C-3C08-1D19-A90BAC9BE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AA8C3-545A-3D53-F18A-D10C85231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F0AAA-55B0-4EC4-B6C3-08553C9991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112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4DE214-541C-BB18-D1D6-86DA87A88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C2EE5-395B-6035-E480-569F7C734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54B78-982D-B933-BD9C-FD9CB87AB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2DACF-C28A-48E3-839E-110F36EF53B2}" type="datetimeFigureOut">
              <a:rPr lang="en-GB" smtClean="0"/>
              <a:t>17/05/2024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26291-0668-6E67-8FCC-295432E52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DA4EC-BA27-0D01-3F9D-E143D7D92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F0AAA-55B0-4EC4-B6C3-08553C9991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9342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6C2959-E78E-297B-B8A9-D9790E179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833FE-A11D-A7E9-D539-ED9EC9123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82724-877D-98EF-0C87-9521214F8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42DACF-C28A-48E3-839E-110F36EF53B2}" type="datetimeFigureOut">
              <a:rPr lang="en-GB" smtClean="0"/>
              <a:t>17/05/2024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6F018-E0E3-2658-31FE-3F4AF93964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C7E4F-BB66-7764-32CE-66974300F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FF0AAA-55B0-4EC4-B6C3-08553C9991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223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A9935-C40F-E10B-B6B9-9302A00D11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 PDF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200F13-31D0-673E-D4B4-F8F9725604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Test PDF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01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Test PDF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PDF</dc:title>
  <dc:creator>Miles Osborne</dc:creator>
  <cp:lastModifiedBy>Miles Osborne</cp:lastModifiedBy>
  <cp:revision>1</cp:revision>
  <dcterms:created xsi:type="dcterms:W3CDTF">2024-05-17T04:45:51Z</dcterms:created>
  <dcterms:modified xsi:type="dcterms:W3CDTF">2024-05-17T04:46:10Z</dcterms:modified>
</cp:coreProperties>
</file>